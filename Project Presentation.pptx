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24" y="-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5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0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71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8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23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99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2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6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06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86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166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53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31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50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854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55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3972F05-9FA0-4D73-A9A9-D954A08F149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A0126-B764-46D6-B42F-D832AACA5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0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D490-529E-F7EC-3F57-4482AA7573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CS4200 Semester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E2EB5-1CAF-0425-8860-BD57915971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Harrison Cajigal</a:t>
            </a:r>
          </a:p>
        </p:txBody>
      </p:sp>
    </p:spTree>
    <p:extLst>
      <p:ext uri="{BB962C8B-B14F-4D97-AF65-F5344CB8AC3E}">
        <p14:creationId xmlns:p14="http://schemas.microsoft.com/office/powerpoint/2010/main" val="8603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A14A-4767-F011-4A33-B90D7E963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RV32M Extension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27275-3D37-502A-1D4B-922CBFC57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mul</a:t>
            </a:r>
            <a:endParaRPr lang="en-US" dirty="0"/>
          </a:p>
          <a:p>
            <a:r>
              <a:rPr lang="en-US" dirty="0" err="1"/>
              <a:t>mulh</a:t>
            </a:r>
            <a:endParaRPr lang="en-US" dirty="0"/>
          </a:p>
          <a:p>
            <a:r>
              <a:rPr lang="en-US" dirty="0" err="1"/>
              <a:t>mulhu</a:t>
            </a:r>
            <a:endParaRPr lang="en-US" dirty="0"/>
          </a:p>
          <a:p>
            <a:r>
              <a:rPr lang="en-US" dirty="0" err="1"/>
              <a:t>mulhsu</a:t>
            </a:r>
            <a:endParaRPr lang="en-US" dirty="0"/>
          </a:p>
          <a:p>
            <a:r>
              <a:rPr lang="en-US" dirty="0"/>
              <a:t>div</a:t>
            </a:r>
          </a:p>
          <a:p>
            <a:r>
              <a:rPr lang="en-US" dirty="0" err="1"/>
              <a:t>divu</a:t>
            </a:r>
            <a:endParaRPr lang="en-US" dirty="0"/>
          </a:p>
          <a:p>
            <a:r>
              <a:rPr lang="en-US" dirty="0"/>
              <a:t>rem</a:t>
            </a:r>
          </a:p>
          <a:p>
            <a:r>
              <a:rPr lang="en-US" dirty="0" err="1"/>
              <a:t>remu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28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BA89-CED4-A5B5-A160-03CDF74C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93FD27-FD3F-3930-0A44-7FB730D43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26" y="2380884"/>
            <a:ext cx="3362794" cy="29722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D35B6F-D78D-AECA-1335-A942E11DD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807" y="2361832"/>
            <a:ext cx="5325218" cy="29912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0E5FC3-7493-4798-CC45-0C5C5ED6C37A}"/>
              </a:ext>
            </a:extLst>
          </p:cNvPr>
          <p:cNvSpPr txBox="1"/>
          <p:nvPr/>
        </p:nvSpPr>
        <p:spPr>
          <a:xfrm>
            <a:off x="1680457" y="2011552"/>
            <a:ext cx="348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2B0472-A7F3-33A3-D4A6-E77B285018A8}"/>
              </a:ext>
            </a:extLst>
          </p:cNvPr>
          <p:cNvSpPr txBox="1"/>
          <p:nvPr/>
        </p:nvSpPr>
        <p:spPr>
          <a:xfrm>
            <a:off x="7641124" y="1985129"/>
            <a:ext cx="306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152133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8C60A-1CC2-2683-D3B0-4487D7E6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3E9DA-5920-EA0E-10D4-A6B0DAA41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6829F-9C30-415F-0E39-09B325FC6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64" y="2052918"/>
            <a:ext cx="3169423" cy="330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07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5697-D926-EE7D-D4F9-F591E7803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9DF22-28B9-0CD8-B034-45832FA21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Remainder != modulo</a:t>
            </a:r>
          </a:p>
        </p:txBody>
      </p:sp>
    </p:spTree>
    <p:extLst>
      <p:ext uri="{BB962C8B-B14F-4D97-AF65-F5344CB8AC3E}">
        <p14:creationId xmlns:p14="http://schemas.microsoft.com/office/powerpoint/2010/main" val="42379456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</TotalTime>
  <Words>24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CS4200 Semester Project</vt:lpstr>
      <vt:lpstr>RV32M Extension</vt:lpstr>
      <vt:lpstr>Implementation</vt:lpstr>
      <vt:lpstr>Test Input</vt:lpstr>
      <vt:lpstr>Observations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Cajigal</dc:creator>
  <cp:lastModifiedBy>Harrison Cajigal</cp:lastModifiedBy>
  <cp:revision>1</cp:revision>
  <dcterms:created xsi:type="dcterms:W3CDTF">2026-05-04T18:06:00Z</dcterms:created>
  <dcterms:modified xsi:type="dcterms:W3CDTF">2026-05-04T18:40:27Z</dcterms:modified>
</cp:coreProperties>
</file>